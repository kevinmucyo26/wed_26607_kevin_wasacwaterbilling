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Water Billing and Usage Management System for WASAC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Kevin</a:t>
            </a:r>
            <a:r>
              <a:rPr lang="en-US" dirty="0"/>
              <a:t> MUCYO</a:t>
            </a:r>
            <a:endParaRPr dirty="0"/>
          </a:p>
          <a:p>
            <a:r>
              <a:rPr dirty="0"/>
              <a:t>Student ID: 26607</a:t>
            </a:r>
          </a:p>
          <a:p>
            <a:r>
              <a:rPr dirty="0"/>
              <a:t>Course: Database Development with PL/SQL (INSY 8311)</a:t>
            </a:r>
          </a:p>
          <a:p>
            <a:r>
              <a:rPr dirty="0"/>
              <a:t>Institution: Adventist University of Central Africa (AUCA)</a:t>
            </a:r>
          </a:p>
          <a:p>
            <a:r>
              <a:rPr dirty="0"/>
              <a:t>Date: November 2025</a:t>
            </a:r>
          </a:p>
          <a:p>
            <a:r>
              <a:rPr dirty="0"/>
              <a:t>Lecturer: Eric </a:t>
            </a:r>
            <a:r>
              <a:rPr dirty="0" err="1"/>
              <a:t>Maniraguha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water billing processes are error-prone</a:t>
            </a:r>
          </a:p>
          <a:p>
            <a:r>
              <a:t>• Tiered tariff calculations are complex and time-consuming</a:t>
            </a:r>
          </a:p>
          <a:p>
            <a:r>
              <a:t>• Payment tracking is inefficient</a:t>
            </a:r>
          </a:p>
          <a:p>
            <a:r>
              <a:t>• No real-time reporting capabilities</a:t>
            </a:r>
          </a:p>
          <a:p>
            <a:r>
              <a:t>• Delays in bill generation and payment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and 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</a:t>
            </a:r>
          </a:p>
          <a:p>
            <a:r>
              <a:t>• WASAC operations</a:t>
            </a:r>
          </a:p>
          <a:p>
            <a:r>
              <a:t>• Field agents collect meter readings monthly</a:t>
            </a:r>
          </a:p>
          <a:p>
            <a:r>
              <a:t>• Billing department processes bills and payments</a:t>
            </a:r>
          </a:p>
          <a:p>
            <a:endParaRPr/>
          </a:p>
          <a:p>
            <a:r>
              <a:t>Target Users:</a:t>
            </a:r>
          </a:p>
          <a:p>
            <a:r>
              <a:t>• Field Agents</a:t>
            </a:r>
          </a:p>
          <a:p>
            <a:r>
              <a:t>• Billing Department</a:t>
            </a:r>
          </a:p>
          <a:p>
            <a:r>
              <a:t>•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bill generation from meter readings</a:t>
            </a:r>
          </a:p>
          <a:p>
            <a:r>
              <a:t>• Implement tiered tariff calculations (5 tiers)</a:t>
            </a:r>
          </a:p>
          <a:p>
            <a:r>
              <a:t>• Track payments and update bill status automatically</a:t>
            </a:r>
          </a:p>
          <a:p>
            <a:r>
              <a:t>• Generate real-time reports for decision-making</a:t>
            </a:r>
          </a:p>
          <a:p>
            <a:r>
              <a:t>• Eliminate manual errors through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Intelligence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 Opportunities:</a:t>
            </a:r>
          </a:p>
          <a:p>
            <a:r>
              <a:t>• Usage trend analysis (monthly, quarterly, yearly)</a:t>
            </a:r>
          </a:p>
          <a:p>
            <a:r>
              <a:t>• Payment pattern identification</a:t>
            </a:r>
          </a:p>
          <a:p>
            <a:r>
              <a:t>• Overdue account management</a:t>
            </a:r>
          </a:p>
          <a:p>
            <a:r>
              <a:t>• Revenue forecasting</a:t>
            </a:r>
          </a:p>
          <a:p>
            <a:r>
              <a:t>• Customer segmentation by usage</a:t>
            </a:r>
          </a:p>
          <a:p>
            <a:r>
              <a:t>• Collection rate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</Words>
  <Application>Microsoft Office PowerPoint</Application>
  <PresentationFormat>On-screen Show 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Water Billing and Usage Management System for WASAC Agent</vt:lpstr>
      <vt:lpstr>Problem Statement</vt:lpstr>
      <vt:lpstr>Context and Target Users</vt:lpstr>
      <vt:lpstr>Project Objectives</vt:lpstr>
      <vt:lpstr>Business Intelligence Potential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Mucyo Kevin</cp:lastModifiedBy>
  <cp:revision>2</cp:revision>
  <dcterms:created xsi:type="dcterms:W3CDTF">2013-01-27T09:14:16Z</dcterms:created>
  <dcterms:modified xsi:type="dcterms:W3CDTF">2025-12-06T09:54:00Z</dcterms:modified>
  <cp:category/>
</cp:coreProperties>
</file>